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4" d="100"/>
          <a:sy n="44" d="100"/>
        </p:scale>
        <p:origin x="287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9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02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37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601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18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25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460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84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09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7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59CA8-8CEF-4666-9CD3-287499AD6F7C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AE5F4-4E75-4EA9-AE8F-2DB76CC44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57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EA76F6-B517-3488-1AF0-7F4C834D9BCB}"/>
              </a:ext>
            </a:extLst>
          </p:cNvPr>
          <p:cNvSpPr txBox="1"/>
          <p:nvPr/>
        </p:nvSpPr>
        <p:spPr>
          <a:xfrm>
            <a:off x="1864403" y="439504"/>
            <a:ext cx="3358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Experiment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439BD-ED7D-A2C0-0FBA-89359B2FD816}"/>
              </a:ext>
            </a:extLst>
          </p:cNvPr>
          <p:cNvSpPr txBox="1"/>
          <p:nvPr/>
        </p:nvSpPr>
        <p:spPr>
          <a:xfrm>
            <a:off x="9571" y="1061297"/>
            <a:ext cx="73824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/>
                </a:solidFill>
              </a:rPr>
              <a:t>10.1.1 		</a:t>
            </a:r>
            <a:r>
              <a:rPr lang="en-US" sz="3200" dirty="0">
                <a:solidFill>
                  <a:schemeClr val="accent1"/>
                </a:solidFill>
              </a:rPr>
              <a:t>Remove Punctuations from a 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				String</a:t>
            </a:r>
            <a:endParaRPr lang="en-IN" sz="28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3F69D-A214-E47A-9BF7-81727C6B5B3B}"/>
              </a:ext>
            </a:extLst>
          </p:cNvPr>
          <p:cNvSpPr txBox="1"/>
          <p:nvPr/>
        </p:nvSpPr>
        <p:spPr>
          <a:xfrm>
            <a:off x="67663" y="1960824"/>
            <a:ext cx="2100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</a:rPr>
              <a:t>Algorithm :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382FD78-4C2E-4FAB-5045-53E467CF1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337" y="2545599"/>
            <a:ext cx="4904917" cy="404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Step 1 : Start</a:t>
            </a:r>
            <a:br>
              <a:rPr lang="en-US" sz="2000" dirty="0"/>
            </a:br>
            <a:r>
              <a:rPr lang="en-US" sz="2000" dirty="0"/>
              <a:t>Step 2 : Input string str</a:t>
            </a:r>
            <a:br>
              <a:rPr lang="en-US" sz="2000" dirty="0"/>
            </a:br>
            <a:r>
              <a:rPr lang="en-US" sz="2000" dirty="0"/>
              <a:t>Step 3 : Set char as an empty string</a:t>
            </a:r>
            <a:br>
              <a:rPr lang="en-US" sz="2000" dirty="0"/>
            </a:br>
            <a:r>
              <a:rPr lang="en-US" sz="2000" dirty="0"/>
              <a:t>Step 4 : Find length of string and store in l</a:t>
            </a:r>
            <a:br>
              <a:rPr lang="en-US" sz="2000" dirty="0"/>
            </a:br>
            <a:r>
              <a:rPr lang="en-US" sz="2000" dirty="0"/>
              <a:t>Step 5 : Set </a:t>
            </a:r>
            <a:r>
              <a:rPr lang="en-US" sz="2000" dirty="0" err="1"/>
              <a:t>i</a:t>
            </a:r>
            <a:r>
              <a:rPr lang="en-US" sz="2000" dirty="0"/>
              <a:t> = 0</a:t>
            </a:r>
            <a:br>
              <a:rPr lang="en-US" sz="2000" dirty="0"/>
            </a:br>
            <a:r>
              <a:rPr lang="en-US" sz="2000" dirty="0"/>
              <a:t>Step 6 : Repeat steps while </a:t>
            </a:r>
            <a:r>
              <a:rPr lang="en-US" sz="2000" dirty="0" err="1"/>
              <a:t>i</a:t>
            </a:r>
            <a:r>
              <a:rPr lang="en-US" sz="2000" dirty="0"/>
              <a:t> is less than l</a:t>
            </a:r>
            <a:br>
              <a:rPr lang="en-US" sz="2000" dirty="0"/>
            </a:br>
            <a:r>
              <a:rPr lang="en-US" sz="2000" dirty="0"/>
              <a:t>Step 7 : Check if the character is a letter or digit or a space</a:t>
            </a:r>
            <a:br>
              <a:rPr lang="en-US" sz="2000" dirty="0"/>
            </a:br>
            <a:r>
              <a:rPr lang="en-US" sz="2000" dirty="0"/>
              <a:t>Step 8 : If yes, add the character to char</a:t>
            </a:r>
            <a:br>
              <a:rPr lang="en-US" sz="2000" dirty="0"/>
            </a:br>
            <a:r>
              <a:rPr lang="en-US" sz="2000" dirty="0"/>
              <a:t>Step 9 : Increase </a:t>
            </a:r>
            <a:r>
              <a:rPr lang="en-US" sz="2000" dirty="0" err="1"/>
              <a:t>i</a:t>
            </a:r>
            <a:r>
              <a:rPr lang="en-US" sz="2000" dirty="0"/>
              <a:t> by 1</a:t>
            </a:r>
            <a:br>
              <a:rPr lang="en-US" sz="2000" dirty="0"/>
            </a:br>
            <a:r>
              <a:rPr lang="en-US" sz="2000" dirty="0"/>
              <a:t>Step 10 : Go back to Step 6</a:t>
            </a:r>
            <a:br>
              <a:rPr lang="en-US" sz="2000" dirty="0"/>
            </a:br>
            <a:r>
              <a:rPr lang="en-US" sz="2000" dirty="0"/>
              <a:t>Step 11 : Print char</a:t>
            </a:r>
            <a:br>
              <a:rPr lang="en-US" sz="2000" dirty="0"/>
            </a:br>
            <a:r>
              <a:rPr lang="en-US" sz="2000" dirty="0"/>
              <a:t>Step 12 : Stop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Bod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C4D28D-D325-6C3A-D07C-98F0926C4E31}"/>
              </a:ext>
            </a:extLst>
          </p:cNvPr>
          <p:cNvSpPr txBox="1"/>
          <p:nvPr/>
        </p:nvSpPr>
        <p:spPr>
          <a:xfrm>
            <a:off x="67663" y="6592861"/>
            <a:ext cx="2151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</a:rPr>
              <a:t>Flowchart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4A32AF-771B-9598-A8B0-B3FC74E6C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3" b="8466"/>
          <a:stretch>
            <a:fillRect/>
          </a:stretch>
        </p:blipFill>
        <p:spPr>
          <a:xfrm>
            <a:off x="0" y="7045377"/>
            <a:ext cx="6858000" cy="514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5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B0F67A-B6EE-D9FA-F78D-7A890123FB94}"/>
              </a:ext>
            </a:extLst>
          </p:cNvPr>
          <p:cNvSpPr txBox="1"/>
          <p:nvPr/>
        </p:nvSpPr>
        <p:spPr>
          <a:xfrm>
            <a:off x="4337418" y="1221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1ADE4-2BAF-2E32-23D7-C6C3B5AD5239}"/>
              </a:ext>
            </a:extLst>
          </p:cNvPr>
          <p:cNvSpPr txBox="1"/>
          <p:nvPr/>
        </p:nvSpPr>
        <p:spPr>
          <a:xfrm>
            <a:off x="383458" y="107891"/>
            <a:ext cx="1342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</a:rPr>
              <a:t>Code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C6274-1E3A-D932-0F6B-EC40DC18C1F6}"/>
              </a:ext>
            </a:extLst>
          </p:cNvPr>
          <p:cNvSpPr txBox="1"/>
          <p:nvPr/>
        </p:nvSpPr>
        <p:spPr>
          <a:xfrm>
            <a:off x="1066800" y="791540"/>
            <a:ext cx="54077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str=input()</a:t>
            </a:r>
          </a:p>
          <a:p>
            <a:r>
              <a:rPr lang="en-US" sz="2400" dirty="0"/>
              <a:t>char = "“</a:t>
            </a:r>
          </a:p>
          <a:p>
            <a:r>
              <a:rPr lang="en-US" sz="2400" dirty="0"/>
              <a:t>l=</a:t>
            </a:r>
            <a:r>
              <a:rPr lang="en-US" sz="2400" dirty="0" err="1"/>
              <a:t>len</a:t>
            </a:r>
            <a:r>
              <a:rPr lang="en-US" sz="2400" dirty="0"/>
              <a:t>(str)</a:t>
            </a:r>
          </a:p>
          <a:p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in range(0,l):</a:t>
            </a:r>
          </a:p>
          <a:p>
            <a:r>
              <a:rPr lang="en-US" sz="2400" dirty="0"/>
              <a:t>	if str[</a:t>
            </a:r>
            <a:r>
              <a:rPr lang="en-US" sz="2400" dirty="0" err="1"/>
              <a:t>i</a:t>
            </a:r>
            <a:r>
              <a:rPr lang="en-US" sz="2400" dirty="0"/>
              <a:t>].</a:t>
            </a:r>
            <a:r>
              <a:rPr lang="en-US" sz="2400" dirty="0" err="1"/>
              <a:t>isalnum</a:t>
            </a:r>
            <a:r>
              <a:rPr lang="en-US" sz="2400" dirty="0"/>
              <a:t>() or str[</a:t>
            </a:r>
            <a:r>
              <a:rPr lang="en-US" sz="2400" dirty="0" err="1"/>
              <a:t>i</a:t>
            </a:r>
            <a:r>
              <a:rPr lang="en-US" sz="2400" dirty="0"/>
              <a:t>].</a:t>
            </a:r>
            <a:r>
              <a:rPr lang="en-US" sz="2400" dirty="0" err="1"/>
              <a:t>isspace</a:t>
            </a:r>
            <a:r>
              <a:rPr lang="en-US" sz="2400" dirty="0"/>
              <a:t>():		char+=str[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</a:p>
          <a:p>
            <a:r>
              <a:rPr lang="en-US" sz="2400" dirty="0"/>
              <a:t>print(char)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971DF-68B7-769E-D772-9EAC39608DC1}"/>
              </a:ext>
            </a:extLst>
          </p:cNvPr>
          <p:cNvSpPr txBox="1"/>
          <p:nvPr/>
        </p:nvSpPr>
        <p:spPr>
          <a:xfrm>
            <a:off x="383458" y="3568070"/>
            <a:ext cx="2130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</a:rPr>
              <a:t>Execution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1D3114-724C-CC13-239A-140CC853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1015"/>
            <a:ext cx="6858000" cy="326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25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180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Body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 Mahajan</dc:creator>
  <cp:lastModifiedBy>yashchandak02@outlook.com</cp:lastModifiedBy>
  <cp:revision>11</cp:revision>
  <dcterms:created xsi:type="dcterms:W3CDTF">2026-02-14T07:24:45Z</dcterms:created>
  <dcterms:modified xsi:type="dcterms:W3CDTF">2026-04-06T05:32:40Z</dcterms:modified>
</cp:coreProperties>
</file>